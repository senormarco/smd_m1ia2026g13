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ROI (%) par canal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</c:v>
                  </c:pt>
                  <c:pt idx="1">
                    <c:v>Social</c:v>
                  </c:pt>
                  <c:pt idx="2">
                    <c:v>Email</c:v>
                  </c:pt>
                  <c:pt idx="3">
                    <c:v>TV</c:v>
                  </c:pt>
                  <c:pt idx="4">
                    <c:v>In-Store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1325</c:v>
                </c:pt>
                <c:pt idx="1">
                  <c:v>850</c:v>
                </c:pt>
                <c:pt idx="2">
                  <c:v>850</c:v>
                </c:pt>
                <c:pt idx="3">
                  <c:v>691.7</c:v>
                </c:pt>
                <c:pt idx="4">
                  <c:v>533.3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PÉDAGOGIQUE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Optimisation Marketing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basée sur la Segmentation Client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· Campagnes marketing · Modèles prédictifs · Stratégie digitale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D4A9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M1 à M9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CONTEXTE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personnaliser le marketing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 ciblé convertit mieux qu'un message de masse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segments permet d'anticiper les besoins et réduire le churn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budgétaire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canal/segment le plus rentable évite de gaspiller le budget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concurrentiel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permet de personnaliser à grande échelle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CADRE STRATÉGIQUE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SWOT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AF3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clients/produits/ventes déjà collectées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multi-canal (Online, In-Store, Social, Email, TV)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BEE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données limité pour entraîner des modèles robustes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données comportementales fines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8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42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du e-commerce personnalisé en croissance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IA accessibles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142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des grandes plateformes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RGPD, sur-sollicitation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en 9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2044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2044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522476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1348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1348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811780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30652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30652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101084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19956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19956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390388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09260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09260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79692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98564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98564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68996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87868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87868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258300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77172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77172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547604" y="2834640"/>
            <a:ext cx="118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666476" y="28346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666476" y="28346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52044" y="4114800"/>
            <a:ext cx="1148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bleu marine : modules avec code (Python). En bleu clair : modules théoriques (stratégie, synthèse).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EXPLORATION DES DONNÉES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les données avant d'agir</a:t>
            </a:r>
            <a:endParaRPr lang="en-US" sz="3000" dirty="0"/>
          </a:p>
        </p:txBody>
      </p:sp>
      <p:pic>
        <p:nvPicPr>
          <p:cNvPr id="4" name="Image 0" descr="outputs/figures/revenu_catego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212080" cy="3474720"/>
          </a:xfrm>
          <a:prstGeom prst="rect">
            <a:avLst/>
          </a:prstGeom>
        </p:spPr>
      </p:pic>
      <p:pic>
        <p:nvPicPr>
          <p:cNvPr id="5" name="Image 1" descr="outputs/figures/revenu_ca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212080" cy="3474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croisées (clients, produits, ventes, campagnes) — 0 valeur manquante, 0 doublon.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SEGMENTATION CLIENT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segments identifiés (K-means)</a:t>
            </a:r>
            <a:endParaRPr lang="en-US" sz="3000" dirty="0"/>
          </a:p>
        </p:txBody>
      </p:sp>
      <p:pic>
        <p:nvPicPr>
          <p:cNvPr id="4" name="Image 0" descr="outputs/figures/segmentation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12064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286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des variables (âge, dépenses, achats, revenu)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 après standardisation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PCA — 97,5 % de variance expliquée en 2D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411480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FFF7E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5 clients, les clusters ne sont pas statistiquement robustes — le code est néanmoins pleinement réutilisable sur un jeu de données plus large.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PROFILAGE DES SEGMENTS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personas clients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valeur / Actifs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: Alice, Bob, Diana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ans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14700" y="333756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617 €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14700" y="4114800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moyenne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fréquents — client fidèle et rentable.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7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1031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modérée / Dormants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: Charlie, Eva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33756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ans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114800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38260" y="333756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375 €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938260" y="4114800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moyenne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7091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ou pas d'achats récents — potentiel de réactivation.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PERFORMANCE DES CAMPAGNES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canal Online domine en ROI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ROI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Online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0584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1 325 %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Social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Email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TV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692 %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In-Store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533 %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4937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: meilleur ROI pour un budget minimal — canal idéal pour la réactivation des clients dormants.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PRÉDICTION CHURN &amp; CLV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modèles prêts à l'échelle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(Logistic Regression, Random Forest) — règle : absence d'achat = client à risque.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identifié « à risque 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057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(Random Forest) prédisant la valeur vie client à partir de l'âge et du nombre d'achats.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11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141,5 €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297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absolue moyenne (MAE)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972800" cy="82296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Avec 1 seul client « à risque » sur 5, le modèle de classification ne peut pas être évalué de façon fiable — le code reste entièrement réutilisable sur un dataset plus large et équilibré.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STRATÉGIE MARKETING DIGITALE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ciblage personnalisé par segment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146304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59436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prioritaire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recommandé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valeur / Actifs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Recommandations personnalisées, avant-premières, programme VIP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modérée / Dormants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de réactivation, code promo, rappel des nouveautés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budgétaires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 budget sur le canal Online (meilleur ROI)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l'Email pour réactiver les clients dormants (faible coût)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 ciblage du canal In-Store (CPA le plus élevé)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Réévaluer l'investissement TV (ROI plus faible malgré un budget important)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DASHBOARD INTERACTIF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visualisation en temps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cluster, personas, projection PCA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campagnes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 canal, ROI, CPA, filtres interactifs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&amp; Produits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par catégorie, détail des transactions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Technologie : Streamlit  ·  Lancement : streamlit run M8_dashboard.py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messages clés à retenir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D4A9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Online a le meilleur ROI (1 325 %) — à prioriser dans l'allocation budgétaire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D4A9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segments distincts émergent : un segment « forte valeur » à fidéliser, un segment « dormant » à réactiver via l'email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640080" cy="640080"/>
          </a:xfrm>
          <a:prstGeom prst="ellipse">
            <a:avLst/>
          </a:prstGeom>
          <a:solidFill>
            <a:srgbClr val="D4A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7091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prédictifs sont fonctionnels mais nécessitent davantage de données pour être fiables en production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LIMITES &amp; SUITE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7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 principale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L'échantillon utilisé (5 clients, 5 produits, 5 ventes, 5 campagnes) est réduit à des fins pédagogiques. Le code est fonctionnel et réutilisable, mais les résultats numériques ne sont pas généralisables en l'état.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un historique plus large (idéalement plusieurs centaines de clients)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une règle de churn basée sur une fenêtre temporelle réelle (ex : 90 jours)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nombre optimal de clusters (méthode du coude, score de silhouette)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production le dashboard avec des données actualisées automatiquement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2026-09-07T06:39:28Z</dcterms:created>
  <dcterms:modified xsi:type="dcterms:W3CDTF">2026-09-07T06:39:28Z</dcterms:modified>
</cp:coreProperties>
</file>